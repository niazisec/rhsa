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27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55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m.niazi@dmuk.edu.kz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14400"/>
            <a:ext cx="2212848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3346704"/>
            <a:ext cx="1554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LSA · LINUX SYSTEM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023360"/>
            <a:ext cx="14996159" cy="21396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400" b="0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Archiving, Compression and Package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6483096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6784848"/>
            <a:ext cx="155448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Muhammad Abdullah Niazi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Email: </a:t>
            </a: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  <a:hlinkClick r:id="rId3"/>
              </a:rPr>
              <a:t>m.niazi@dmuk.edu.kz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50" b="1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Week 3 </a:t>
            </a:r>
            <a:r>
              <a:rPr sz="255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· Lecture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0"/>
            <a:ext cx="18288000" cy="2286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What is the difference between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&gt;&gt;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Which command removes a directory that still contains files?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Convert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rw-r-----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 to an octal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What does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chmod u+x script.sh</a:t>
            </a: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577840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" y="5632703"/>
            <a:ext cx="15361920" cy="4907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3E3E3E"/>
                </a:solidFill>
                <a:latin typeface="Calibri"/>
                <a:ea typeface="Calibri"/>
                <a:cs typeface="Calibri"/>
              </a:rPr>
              <a:t>Which command changes both the owner and group of a file?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76272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3664" y="2231136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Explain the difference between archiving and compressing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26664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3081528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and extract archives with tar, gzip, zip, bzip2 and xz.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77056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931920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Install, update and remove software with apt, dpkg, dnf and yum.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27448"/>
            <a:ext cx="7772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782312"/>
            <a:ext cx="15361920" cy="51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Start and enable an installed service with </a:t>
            </a:r>
            <a:r>
              <a:rPr sz="23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systemctl</a:t>
            </a:r>
            <a:r>
              <a:rPr sz="25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Archiving vs compressing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Creating and extracting archives with tar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gzip and gunzip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zip and unzip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bzip2 and xz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240280"/>
            <a:ext cx="7680960" cy="6766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Package managers and repositories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apt-get (Debian/Ubuntu)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dpkg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dnf (Fedora/RHEL 8+)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yum (CentOS/RHEL 7)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Clr>
                <a:srgbClr val="A10E2F"/>
              </a:buClr>
              <a:buFont typeface="Arial"/>
              <a:buChar char="•"/>
            </a:pPr>
            <a:r>
              <a:rPr sz="2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Package managers &amp; systemctl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017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739896"/>
            <a:ext cx="127558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Archiving and Compressing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925312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6245351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Bundle files together and make them smaller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Archiving vs Compressing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Archiving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Bundles many files and folders into </a:t>
            </a:r>
            <a:r>
              <a:rPr sz="25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one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file, keeping permissions and structure. Tool: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Compressing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Shrinks a file to save space and transfer time. Tools: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gzip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bzip2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xz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zip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Both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+ compression gives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.tar.gz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.tar.bz2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.tar.xz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— the standard for Linux backups.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Backups, log rotation, sharing source code and moving data between servers.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Create and Extract Archives with 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Key flags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create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extract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list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v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verbose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file name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Compression flags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gzip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j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bzip2 ·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J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xz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Memory aid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Create =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-czvf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Extract =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-xzvf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Always put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last, just before the file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8099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3535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# create a gzip-compressed archive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-czvf backup.tar.gz ~/projects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# list contents without extracting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-tzvf backup.tar.gz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# extract here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-xzvf backup.tar.gz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# extract to another directory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-xzvf backup.tar.gz -C /tmp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# plain archive, no compression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-cvf docs.tar docs/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Compress with gzip, Restore with gunzip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gzip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Compresses a single file and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replaces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it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file.gz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Fast with good compression.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gunzip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Restores the original file.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gzip -d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does the same.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Keep the original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-k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-9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the best compression,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-1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the fastest.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804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529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gzip access.log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access.log.gz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gunzip access.log.gz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gzip -k -9 access.log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keep + best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zcat access.log.gz | less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gzip -l access.log.gz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Compress and Extract with zip and unzip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Cross-platform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.zip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files open on Windows and macOS without extra software — ideal for sharing.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Directories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-r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to include folders. Install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 install zip unzip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Inspect first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unzip -l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lists the contents before extracting.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46887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zip notes.zip notes.txt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zip -r site.zip website/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unzip -l site.zip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list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unzip site.zip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unzip site.zip -d /tmp/site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zip -e secret.zip plan.txt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password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High-Compression: bzip2 and xz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bzip2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Smaller files than gzip but slower. Creates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.bz2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 Decompress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bunzip2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bzip2 -d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xz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Usually the smallest files; used for Linux kernel and distribution downloads. Creates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.xz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With tar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-cjvf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bzip2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-cJvf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for xz.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139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bzip2 -k data.csv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data.csv.bz2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bunzip2 data.csv.bz2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xz -k data.csv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data.csv.xz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unxz data.csv.xz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xz -T0 -9 big.img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all cores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-cjvf logs.tar.bz2 /var/log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-cJvf logs.tar.xz /var/log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-xJvf logs.tar.xz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Choosing a Compression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94560"/>
          <a:ext cx="16194022" cy="3078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3326"/>
                <a:gridCol w="2381474"/>
                <a:gridCol w="2143326"/>
                <a:gridCol w="2381474"/>
                <a:gridCol w="7144422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Tool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Extension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Speed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File size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Best for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gzip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.gz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Logs, everyday backups, web transfer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bzip2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.bz2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Slower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Archives where size matters more than time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xz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.xz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Slowest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Software releases, long-term storage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zip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.zip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Good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Calibri"/>
                        </a:rPr>
                        <a:t>Sharing with Windows and macOS users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0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379976"/>
            <a:ext cx="13624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Package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5632704"/>
            <a:ext cx="2093976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5952744"/>
            <a:ext cx="94183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Installing, updating and removing software the Linux way</a:t>
            </a:r>
          </a:p>
        </p:txBody>
      </p:sp>
      <p:pic>
        <p:nvPicPr>
          <p:cNvPr id="6" name="Picture 5" descr="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688" y="6217920"/>
            <a:ext cx="6894576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What is a Package Manager?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 compressed bundle of a program, its files and metadata: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.deb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on Debian/Ubuntu,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.rpm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on Red 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68071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1207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An online store of trusted, signed packages. Lists live in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/etc/apt/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/etc/yum.repos.d/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46049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44220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979161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The manager installs every library a program needs,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46049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44220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High vs low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979161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yum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fetch from repositories.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install local 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apt-get Package Manager (Debian/Ubuntu)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Update first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update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refreshes the package list;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upgrade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installs newer versions.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apt vs apt-get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is the friendly interactive tool;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apt-get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is stable for scripts.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Search and info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 search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 show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help you find the right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474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update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upgrade -y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install nginx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remove nginx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purge nginx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+ configs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autoremove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 search htop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 show htop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apt list --installed | wc -l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dpkg – Debian Package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Low level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Installs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.deb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files you downloaded yourself. It does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resolve dependencies.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Fix dependencies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install -f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repairs missing dependencies after a failed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 -i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Query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List, inspect and find which package owns a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46887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dpkg -i code_amd64.deb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apt-get install -f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fix deps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 -l | grep nginx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installed?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 -L nginx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files installed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 -S /usr/bin/ls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owner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dpkg -r nginx</a:t>
            </a:r>
            <a:r>
              <a:rPr sz="2200" b="0" i="0">
                <a:solidFill>
                  <a:srgbClr val="767676"/>
                </a:solidFill>
                <a:latin typeface="Courier New"/>
                <a:ea typeface="Courier New"/>
                <a:cs typeface="Courier New"/>
              </a:rPr>
              <a:t>  # remove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dnf Package Manager (Fedora/RHEL 8+)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Modern default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dnf replaced yum on Fedora and RHEL 8+. Commands are almost identical.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Groups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Install whole software sets, e.g. Development Tools.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History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 history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lets you review and undo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474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dnf check-update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dnf upgrade -y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dnf install httpd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dnf remove httpd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 search nano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 info nano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dnf groupinstall \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   "Development Tools"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 history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yum Package Manager (CentOS/RHEL)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Legacy tool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Used on CentOS 7 and RHEL 7. On newer systems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yum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is an alias for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RPM files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 -qa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lists packages;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 -qf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finds the package that owns a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3139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865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yum update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yum install httpd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yum remove httpd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yum search wget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yum list installed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yum clean all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 -qa | grep httpd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 -qf /usr/bin/ls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Package Managers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94560"/>
          <a:ext cx="16194023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70030"/>
                <a:gridCol w="4048506"/>
                <a:gridCol w="4474664"/>
                <a:gridCol w="4900823"/>
              </a:tblGrid>
              <a:tr h="64008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Task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apt (Ubuntu)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dnf (Fedora/RHEL)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 Black"/>
                        </a:rPr>
                        <a:t>yum (CentOS 7)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A10E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Refresh list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update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check-update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check-update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Upgrade all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upgrade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upgrade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update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Install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install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install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install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Remove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remove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remove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remove pkg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apt search word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search word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search word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11111"/>
                          </a:solidFill>
                          <a:latin typeface="Calibri"/>
                        </a:rPr>
                        <a:t>Local file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dpkg -i file.deb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dnf install file.rpm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Courier New"/>
                        </a:rPr>
                        <a:t>yum localinstall file.rpm</a:t>
                      </a:r>
                    </a:p>
                  </a:txBody>
                  <a:tcPr marL="137160" marR="137160" marT="64008" marB="64008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C4C4C4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Package Managers &amp; systemctl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178040" cy="6812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Install, then run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Many packages install a </a:t>
            </a:r>
            <a:r>
              <a:rPr sz="24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service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(a background program). systemd controls it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systemctl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enable vs start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start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runs it now.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enable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starts it at every boot.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--now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does both.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Verify</a:t>
            </a:r>
          </a:p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Check the status, then test it, e.g. with </a:t>
            </a:r>
            <a:r>
              <a:rPr sz="221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curl localhost</a:t>
            </a:r>
            <a:r>
              <a:rPr sz="24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2194560"/>
            <a:ext cx="8513064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 spc="30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732520" y="2697480"/>
            <a:ext cx="8513064" cy="28041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898648"/>
            <a:ext cx="8101584" cy="2529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 install nginx -y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systemctl enable --now nginx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systemctl status nginx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curl -I http://localhost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HTTP/1.1 200 OK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systemctl restart nginx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A10E2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2200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systemctl disable --now nginx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Backup and Restore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individual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~/lab3/data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with 5 text files, e.g.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seq 1 10000 &gt; ~/lab3/data/f1.txt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200279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02107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Archive it three ways: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.tar.gz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.tar.bz2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.tar.xz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80746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825750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Compare sizes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ls -lh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time each one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time tar ...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98729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4005580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Delete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then restore it from the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.tar.xz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archive.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79196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810252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Create a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.zip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of the same folder and list it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unzip -l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559663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5614924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Deliverable: a table of tool, size and time, with your recommendation.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16752" cy="1028700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 spc="300">
                <a:solidFill>
                  <a:srgbClr val="F2C9D2"/>
                </a:solidFill>
                <a:latin typeface="Arial Black"/>
                <a:ea typeface="Arial Black"/>
                <a:cs typeface="Arial Black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35608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Package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183879"/>
            <a:ext cx="5449824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300" b="0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326880"/>
            <a:ext cx="544982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0" i="0">
                <a:solidFill>
                  <a:srgbClr val="F2C9D2"/>
                </a:solidFill>
                <a:latin typeface="Calibri"/>
                <a:ea typeface="Calibri"/>
                <a:cs typeface="Calibri"/>
              </a:rPr>
              <a:t>minutes ·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1152" y="8229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672" y="841248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Refresh the package list: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sudo apt update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1152" y="1627632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1645920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Search for and install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htop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nginx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243230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450592"/>
            <a:ext cx="9582912" cy="8323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Enable and start nginx, then open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http://localhost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in a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3612134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630422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Find which package owns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/usr/bin/htop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dpkg -S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1152" y="441680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435094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Remove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tree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purge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then run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autoremove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522147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A10E2F"/>
                </a:solidFill>
                <a:latin typeface="Arial Black"/>
                <a:ea typeface="Arial Black"/>
                <a:cs typeface="Arial Black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5239766"/>
            <a:ext cx="9582912" cy="452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Fedora/Rocky users: repeat steps 2–5 with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dnf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25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rpm -qf</a:t>
            </a:r>
            <a:r>
              <a:rPr sz="24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1152" y="9235440"/>
            <a:ext cx="10314432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9491472"/>
            <a:ext cx="923544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19872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Session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tar bundles, gzip shrinks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8176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Combine them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-czvf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; extract with </a:t>
            </a: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tar -xzvf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54312" y="2231136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2212848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Pick the right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0928" y="2749804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gzip for speed, xz for size, zip for Windows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Package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apt and dnf/yum fetch from repositories; dpkg and rpm handle local 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54312" y="4073144"/>
            <a:ext cx="54864" cy="1293368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10928" y="4054856"/>
            <a:ext cx="7534656" cy="4546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Install, then enable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4591812"/>
            <a:ext cx="7534656" cy="820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systemctl enable --now</a:t>
            </a:r>
            <a:r>
              <a:rPr sz="2500" b="0" i="0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turns an installed package into a running service.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777240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1" i="0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Reading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664208"/>
            <a:ext cx="1143000" cy="75895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148840"/>
            <a:ext cx="16184880" cy="6949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Shotts, W. (2019)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Linux Command Line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2nd edn. San Francisco, CA: No Starch Press. Free edition: https://linuxcommand.org/tlcl.php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Nemeth, E. et al. (2017)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UNIX and Linux System Administration Handbook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5th edn. Boston, MA: Addison-Wesley.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Ward, B. (2021)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How Linux Works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3rd edn. San Francisco, CA: No Starch Press.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Debian (2024)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Debian Reference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Chapter 2: Debian package management. Available at: https://www.debian.org/doc/manuals/debian-reference/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Red Hat (2024)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Managing software with the DNF tool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(RHEL 9 documentation). Available at: https://docs.redhat.com/</a:t>
            </a:r>
          </a:p>
          <a:p>
            <a:pPr algn="l" marL="347472" indent="-347472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  <a:buClr>
                <a:srgbClr val="A10E2F"/>
              </a:buClr>
              <a:buFont typeface="Arial"/>
              <a:buChar char="•"/>
            </a:pP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GNU Project. </a:t>
            </a:r>
            <a:r>
              <a:rPr sz="2300" b="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GNU tar manual</a:t>
            </a:r>
            <a:r>
              <a:rPr sz="2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 Available at: https://www.gnu.org/software/tar/manual/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9235440"/>
            <a:ext cx="16194024" cy="1097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9491472"/>
            <a:ext cx="92354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40280" y="950976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LSA</a:t>
            </a: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 · Linux System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0" y="950976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22040" y="9509760"/>
            <a:ext cx="92354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10E2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1560" y="914400"/>
            <a:ext cx="1719072" cy="91440"/>
          </a:xfrm>
          <a:prstGeom prst="rect">
            <a:avLst/>
          </a:prstGeom>
          <a:solidFill>
            <a:srgbClr val="A10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566160"/>
            <a:ext cx="155448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0" b="1" i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837176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Week 3 · Archiving, Compression and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541264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0" i="0">
                <a:solidFill>
                  <a:srgbClr val="DCDCDC"/>
                </a:solidFill>
                <a:latin typeface="Calibri"/>
                <a:ea typeface="Calibri"/>
                <a:cs typeface="Calibri"/>
              </a:rPr>
              <a:t>Muhammad Abdullah Niazi · m.niazi@dmuk.edu.kz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8494776"/>
            <a:ext cx="211226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292" y="8592616"/>
            <a:ext cx="1828800" cy="7552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702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Segoe UI Symbol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Abdullah Niazi</cp:lastModifiedBy>
  <cp:revision>49</cp:revision>
  <dcterms:created xsi:type="dcterms:W3CDTF">2026-09-09T12:33:21Z</dcterms:created>
  <dcterms:modified xsi:type="dcterms:W3CDTF">2026-09-24T10:25:38Z</dcterms:modified>
</cp:coreProperties>
</file>